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98d35111e343a1" /><Relationship Type="http://schemas.openxmlformats.org/officeDocument/2006/relationships/extended-properties" Target="/docProps/app.xml" Id="Radd32724e3344627" /><Relationship Type="http://schemas.openxmlformats.org/officeDocument/2006/relationships/officeDocument" Target="/ppt/presentation.xml" Id="R33a143b01b6140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e391f6a11946fa"/>
  </p:sldMasterIdLst>
  <p:notesMasterIdLst>
    <p:notesMasterId xmlns:r="http://schemas.openxmlformats.org/officeDocument/2006/relationships" r:id="R2a8cda888fb84f7d"/>
  </p:notesMasterIdLst>
  <p:sldIdLst>
    <p:sldId xmlns:r="http://schemas.openxmlformats.org/officeDocument/2006/relationships" id="256" r:id="R146336c0fbe94e31"/>
    <p:sldId xmlns:r="http://schemas.openxmlformats.org/officeDocument/2006/relationships" id="257" r:id="R2020a14771704c71"/>
    <p:sldId xmlns:r="http://schemas.openxmlformats.org/officeDocument/2006/relationships" id="258" r:id="Rc5b5e31f557f480e"/>
    <p:sldId xmlns:r="http://schemas.openxmlformats.org/officeDocument/2006/relationships" id="259" r:id="Ra4d9b852edba4b21"/>
    <p:sldId xmlns:r="http://schemas.openxmlformats.org/officeDocument/2006/relationships" id="260" r:id="R8d07fb26630940bc"/>
    <p:sldId xmlns:r="http://schemas.openxmlformats.org/officeDocument/2006/relationships" id="261" r:id="Re6081a9c68094087"/>
    <p:sldId xmlns:r="http://schemas.openxmlformats.org/officeDocument/2006/relationships" id="262" r:id="Rc0ee065103ee4dd5"/>
    <p:sldId xmlns:r="http://schemas.openxmlformats.org/officeDocument/2006/relationships" id="263" r:id="Re4d91f3375164952"/>
    <p:sldId xmlns:r="http://schemas.openxmlformats.org/officeDocument/2006/relationships" id="264" r:id="R97fdda98555948a5"/>
    <p:sldId xmlns:r="http://schemas.openxmlformats.org/officeDocument/2006/relationships" id="265" r:id="R8d912dfba8714355"/>
    <p:sldId xmlns:r="http://schemas.openxmlformats.org/officeDocument/2006/relationships" id="266" r:id="R9def6b5dba59479c"/>
    <p:sldId xmlns:r="http://schemas.openxmlformats.org/officeDocument/2006/relationships" id="267" r:id="Ra62370c7c26947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931b153b494beb" /><Relationship Type="http://schemas.openxmlformats.org/officeDocument/2006/relationships/slideMaster" Target="/ppt/slideMasters/slideMaster1.xml" Id="R14e391f6a11946fa" /><Relationship Type="http://schemas.openxmlformats.org/officeDocument/2006/relationships/notesMaster" Target="/ppt/notesMasters/notesMaster1.xml" Id="R2a8cda888fb84f7d" /><Relationship Type="http://schemas.openxmlformats.org/officeDocument/2006/relationships/presProps" Target="/ppt/presProps.xml" Id="Rca94d5d80798439e" /><Relationship Type="http://schemas.openxmlformats.org/officeDocument/2006/relationships/viewProps" Target="/ppt/viewProps.xml" Id="R3029ca7b259548be" /><Relationship Type="http://schemas.openxmlformats.org/officeDocument/2006/relationships/tableStyles" Target="/ppt/tableStyles.xml" Id="R86b448594c1e48d3" /><Relationship Type="http://schemas.openxmlformats.org/officeDocument/2006/relationships/slide" Target="/ppt/slides/slide1.xml" Id="R146336c0fbe94e31" /><Relationship Type="http://schemas.openxmlformats.org/officeDocument/2006/relationships/slide" Target="/ppt/slides/slide2.xml" Id="R2020a14771704c71" /><Relationship Type="http://schemas.openxmlformats.org/officeDocument/2006/relationships/slide" Target="/ppt/slides/slide3.xml" Id="Rc5b5e31f557f480e" /><Relationship Type="http://schemas.openxmlformats.org/officeDocument/2006/relationships/slide" Target="/ppt/slides/slide4.xml" Id="Ra4d9b852edba4b21" /><Relationship Type="http://schemas.openxmlformats.org/officeDocument/2006/relationships/slide" Target="/ppt/slides/slide5.xml" Id="R8d07fb26630940bc" /><Relationship Type="http://schemas.openxmlformats.org/officeDocument/2006/relationships/slide" Target="/ppt/slides/slide6.xml" Id="Re6081a9c68094087" /><Relationship Type="http://schemas.openxmlformats.org/officeDocument/2006/relationships/slide" Target="/ppt/slides/slide7.xml" Id="Rc0ee065103ee4dd5" /><Relationship Type="http://schemas.openxmlformats.org/officeDocument/2006/relationships/slide" Target="/ppt/slides/slide8.xml" Id="Re4d91f3375164952" /><Relationship Type="http://schemas.openxmlformats.org/officeDocument/2006/relationships/slide" Target="/ppt/slides/slide9.xml" Id="R97fdda98555948a5" /><Relationship Type="http://schemas.openxmlformats.org/officeDocument/2006/relationships/slide" Target="/ppt/slides/slide10.xml" Id="R8d912dfba8714355" /><Relationship Type="http://schemas.openxmlformats.org/officeDocument/2006/relationships/slide" Target="/ppt/slides/slide11.xml" Id="R9def6b5dba59479c" /><Relationship Type="http://schemas.openxmlformats.org/officeDocument/2006/relationships/slide" Target="/ppt/slides/slide12.xml" Id="Ra62370c7c26947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673ad64e8b46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1654d88738448b" /><Relationship Type="http://schemas.openxmlformats.org/officeDocument/2006/relationships/notesMaster" Target="/ppt/notesMasters/notesMaster1.xml" Id="R38212a17049c45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c3a4cf2d754b4f" /><Relationship Type="http://schemas.openxmlformats.org/officeDocument/2006/relationships/notesMaster" Target="/ppt/notesMasters/notesMaster1.xml" Id="Rd6e47b2afd8448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c2ae1d5d6b4ad2" /><Relationship Type="http://schemas.openxmlformats.org/officeDocument/2006/relationships/notesMaster" Target="/ppt/notesMasters/notesMaster1.xml" Id="R805655271bbb46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8920369c074c24" /><Relationship Type="http://schemas.openxmlformats.org/officeDocument/2006/relationships/notesMaster" Target="/ppt/notesMasters/notesMaster1.xml" Id="Rded575fe6a8340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783825c75a47b3" /><Relationship Type="http://schemas.openxmlformats.org/officeDocument/2006/relationships/notesMaster" Target="/ppt/notesMasters/notesMaster1.xml" Id="R422404d0e2d34a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d0f1890efa4a18" /><Relationship Type="http://schemas.openxmlformats.org/officeDocument/2006/relationships/notesMaster" Target="/ppt/notesMasters/notesMaster1.xml" Id="R6d0a5e8c8d734a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06cd20f74f4a49" /><Relationship Type="http://schemas.openxmlformats.org/officeDocument/2006/relationships/notesMaster" Target="/ppt/notesMasters/notesMaster1.xml" Id="R225103db7d8e48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992030ede54da6" /><Relationship Type="http://schemas.openxmlformats.org/officeDocument/2006/relationships/notesMaster" Target="/ppt/notesMasters/notesMaster1.xml" Id="R033b0a85ecc547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58c6bac1c94d39" /><Relationship Type="http://schemas.openxmlformats.org/officeDocument/2006/relationships/notesMaster" Target="/ppt/notesMasters/notesMaster1.xml" Id="Rcb204ed2df5b42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eeaaecaaa04a63" /><Relationship Type="http://schemas.openxmlformats.org/officeDocument/2006/relationships/notesMaster" Target="/ppt/notesMasters/notesMaster1.xml" Id="Rd0261cbd5c634a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58bf36d3c34087" /><Relationship Type="http://schemas.openxmlformats.org/officeDocument/2006/relationships/notesMaster" Target="/ppt/notesMasters/notesMaster1.xml" Id="R198b69f8e78040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809f90587a47ae" /><Relationship Type="http://schemas.openxmlformats.org/officeDocument/2006/relationships/notesMaster" Target="/ppt/notesMasters/notesMaster1.xml" Id="Rab7cc9901e7b4b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436ccbfff04b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b89be50887491a" /><Relationship Type="http://schemas.openxmlformats.org/officeDocument/2006/relationships/slideLayout" Target="/ppt/slideLayouts/slideLayout1.xml" Id="R1d613937397d4a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613937397d4a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3e0aea28d4cb4" /><Relationship Type="http://schemas.openxmlformats.org/officeDocument/2006/relationships/notesSlide" Target="/ppt/notesSlides/notesSlide1.xml" Id="R03b6df25cea844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1325715584734" /><Relationship Type="http://schemas.openxmlformats.org/officeDocument/2006/relationships/notesSlide" Target="/ppt/notesSlides/notesSlide2.xml" Id="R4e9a9d7540974f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e0258903c4944" /><Relationship Type="http://schemas.openxmlformats.org/officeDocument/2006/relationships/notesSlide" Target="/ppt/notesSlides/notesSlide3.xml" Id="R90851602895845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90ef1159a49a7" /><Relationship Type="http://schemas.openxmlformats.org/officeDocument/2006/relationships/notesSlide" Target="/ppt/notesSlides/notesSlide4.xml" Id="R638c65244dda43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154e622eb49da" /><Relationship Type="http://schemas.openxmlformats.org/officeDocument/2006/relationships/notesSlide" Target="/ppt/notesSlides/notesSlide5.xml" Id="Rd6e1455c60a44f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b359783d34931" /><Relationship Type="http://schemas.openxmlformats.org/officeDocument/2006/relationships/notesSlide" Target="/ppt/notesSlides/notesSlide6.xml" Id="Re302e7bec30c41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c55141b9f42f9" /><Relationship Type="http://schemas.openxmlformats.org/officeDocument/2006/relationships/notesSlide" Target="/ppt/notesSlides/notesSlide7.xml" Id="R687048c0f2574b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62b9e0211424a" /><Relationship Type="http://schemas.openxmlformats.org/officeDocument/2006/relationships/image" Target="/ppt/media/image.png" Id="Rd66dfa906999418a" /><Relationship Type="http://schemas.openxmlformats.org/officeDocument/2006/relationships/notesSlide" Target="/ppt/notesSlides/notesSlide8.xml" Id="Re6aba12f2e7042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d704c5f684188" /><Relationship Type="http://schemas.openxmlformats.org/officeDocument/2006/relationships/notesSlide" Target="/ppt/notesSlides/notesSlide9.xml" Id="Rf8f0c6e244174e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6e8a93fc143c5" /><Relationship Type="http://schemas.openxmlformats.org/officeDocument/2006/relationships/notesSlide" Target="/ppt/notesSlides/notesSlide10.xml" Id="Rec1026a0518746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0cfd4783d45b2" /><Relationship Type="http://schemas.openxmlformats.org/officeDocument/2006/relationships/notesSlide" Target="/ppt/notesSlides/notesSlide11.xml" Id="R6dee8277934d43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ef819f8f249cc" /><Relationship Type="http://schemas.openxmlformats.org/officeDocument/2006/relationships/notesSlide" Target="/ppt/notesSlides/notesSlide12.xml" Id="R44577df93f8a42d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0F8067-766A-4DAB-8CA7-61DE5092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44E81-CB8B-4942-863B-536D9AC3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GESTISAC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08B28-C4C8-424F-9435-6B19F698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742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B6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3B66"/>
                </a:solidFill>
                <a:latin typeface="Aptos"/>
                <a:ea typeface="Aptos"/>
                <a:cs typeface="Aptos"/>
              </a:rPr>
              <a:t>Operacao de condominios organizada, visivel e validavel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E31E1-52CF-4A31-9D48-3EBB4BCF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Pacote para fecho de contrato e validacao formal de requisitos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B6449-819C-46FE-B8FB-2463F2C1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B07D8-737D-4F81-95ED-8E1F7E05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974BF-45DB-43F1-863F-C535E98E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290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2F29A-9F20-4C7E-B036-D95F1E56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3382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Janelas principais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14365-25E1-42B8-98A4-B6E39296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243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Hoje, Condominios, Equipa, Tarefas, Pedidos, Agenda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F2D95-05EC-4DC8-985E-DB181DDB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232EB-0AFD-44C9-B7FF-34B51F87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F"/>
          </a:solidFill>
          <a:ln xmlns:a="http://schemas.openxmlformats.org/drawingml/2006/main" w="0">
            <a:solidFill>
              <a:srgbClr val="D7A8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B7E2F-8E2F-4EB3-BA6D-AE1A6950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290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C7486-953C-40ED-B596-63DAA3A6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3382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Perfis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52168-4C4C-47C5-BAA3-9981D30A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243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HQ/Admin, Funcionario e Cliente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FB5AA-88DA-431F-860B-4AE96F61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371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6864A-C175-4CD0-8CC3-890B47D5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F85FA-5A46-416A-8805-2E174D48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290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Qwik + Rust + 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A0027-5082-42A2-9D2D-310428AB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3382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Base tecnica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29194C-E793-4789-9D28-E3AB3030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243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PWA, API e dados estruturados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C8F3EF-0318-4C05-83B7-77176F8B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Reuniao: mostrar o que esta demonstravel, separar roadmap, e recolher decisoes da cliente.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39BDA-78D1-4E4C-AD9B-F773E6E7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D11638-7253-409E-9CCB-A82000E3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GESTISAC | pacote executivo-tecnico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1CD58E-DD87-420C-A5F4-B1A406F2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24092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BDCD1B-C386-496D-AFA5-DA6FFA5E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38C59-BDCF-4CDB-B3A9-1248E339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4FE4F-7726-4ED1-B5AB-6FFBB4AB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A operacao perde tempo quando a informacao vive fora do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0B163-EAC0-4C26-BC57-24938E76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 objetivo nao e ter mais uma app; e reduzir atrito diario e risco operacional.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17502-3EC6-498F-AC91-5391FFB8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EDEB0-746F-467B-9286-59657726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C1C"/>
          </a:solidFill>
          <a:ln xmlns:a="http://schemas.openxmlformats.org/drawingml/2006/main" w="0">
            <a:solidFill>
              <a:srgbClr val="9B1C1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4AD9A-545B-4E39-8B9C-9F2F54F4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Pedidos dispersos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13C77-486B-4E5A-B2B3-651564BB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21336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Chamadas, WhatsApp, emails e notas dificultam dono, prioridade e historico.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84F4A-D4D8-4B77-85B9-B1073B16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5B58E-EC3D-4E5A-8611-29C150D7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B00"/>
          </a:solidFill>
          <a:ln xmlns:a="http://schemas.openxmlformats.org/drawingml/2006/main" w="0">
            <a:solidFill>
              <a:srgbClr val="B36B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9D951-889B-458B-95E1-A71AE6C6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4320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Equipa sem visibilidade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6544C-1D4C-4DFC-8EF5-EFC4BC9A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05150"/>
            <a:ext cx="21336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administracao nao ve facilmente carga, validacoes e atrasos por funcionario.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031A8-363D-4BDF-8C4A-BEF87FE0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AE7DA-8C9B-4D5A-B920-F72D8AD8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17A88-B1F8-446F-B4FA-DC75ED42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Dados desconectados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C2F63-4AB3-4A7E-84B9-526E5F25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21336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Condominio, agenda, documentos, tarefas e contabilidade ficam em silos.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9CD291-28C8-46DE-B9F0-77AFB827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AF361E-67F1-43F3-A2CE-795C1B41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C59358-6D4F-483C-B3E2-550B892E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4320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Cliente pergunta pelo estado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94445-5EF8-4795-844D-8456AF8F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05150"/>
            <a:ext cx="21336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Sem transparencia controlada, aumenta o trabalho manual de resposta.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ACDE4A-E6D1-4F36-B7C4-21CA1B9E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B4E91-780E-42EE-8D4B-1564255D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GESTISAC | pacote executivo-tecnico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D8114E-C497-46C8-9346-8CD51E5A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05107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D40DDA-27B6-41BF-B648-2EFD2C3B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5815C-2B9D-414D-8E98-7FFB6395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ORGANIZACAO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0F01A-F2A1-491B-AD1C-407EA91A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O GESTISAC organiza a empresa por trabalho real, nao por menus soltos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61CCB-01FB-4591-9DCF-3B4C6228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As seis janelas principais sao a camada de operacao diaria; os modulos administrativos continuam ligados por contexto.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01614-8537-4DE6-8E50-20542B82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099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11430">
            <a:solidFill>
              <a:srgbClr val="0B25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0DD3E-C10D-4C48-8A79-99644537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38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D4492-25EF-4547-BB53-3C65E0C9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385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6E4F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6E4F0"/>
                </a:solidFill>
                <a:latin typeface="Aptos"/>
                <a:ea typeface="Aptos"/>
                <a:cs typeface="Aptos"/>
              </a:rPr>
              <a:t>centro de comando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498AA-5521-4A4D-A68B-3CCC0F02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384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ABA42-7E66-49BE-983B-28CC094C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384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728B3-17BE-43A5-B59F-BEAA9839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76525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Condominios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69BD2-CF90-4AE4-A004-1D1A6F3D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716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59774-16E5-42AA-B49A-A37C5C69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716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F"/>
          </a:solidFill>
          <a:ln xmlns:a="http://schemas.openxmlformats.org/drawingml/2006/main" w="0">
            <a:solidFill>
              <a:srgbClr val="D7A8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FD52F-966C-4907-B767-F49F9D34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09775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Equipa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573A3-367A-4500-B081-CD037CF2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4452F-C852-4D12-A398-9D981FCE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5DFE3-47FF-472C-A888-06303F9C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9775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Tarefas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CC6A4-835A-4D9A-A953-845FE18A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384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1826D-3689-4F5F-A02D-F2F75987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384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C1C"/>
          </a:solidFill>
          <a:ln xmlns:a="http://schemas.openxmlformats.org/drawingml/2006/main" w="0">
            <a:solidFill>
              <a:srgbClr val="9B1C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56022A-6D0E-4D87-A245-A4CE1011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76525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Pedidos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5854D-C9F8-4B2D-A603-B5BC6E76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34AE6-7505-4648-BAED-1E497335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97F33E-AF11-4CDA-9E09-99D7E9FD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72025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Agenda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3237D-06F2-41FE-B63B-788C0A99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339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2E9820-DDEA-425B-A8AC-C88E92AA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339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B00"/>
          </a:solidFill>
          <a:ln xmlns:a="http://schemas.openxmlformats.org/drawingml/2006/main" w="0">
            <a:solidFill>
              <a:srgbClr val="B36B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44AB48-2120-4015-A186-4DBE0906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72025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Documentos / Contabilidade / Relatorios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C954E1-CE6A-41BA-BCEB-EC123415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81625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67F4CF-B923-4190-A430-E77A92F9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578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Cada clique abre contexto e relacoes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9C1D3A-3295-408E-A58E-801AFE70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4EA03B-1BA2-4A18-AED6-68B3804E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GESTISAC | pacote executivo-tecnico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3445D2-69C7-4BB7-B8D9-D1BE680F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555914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63A36A-BBC5-42F0-8D35-2C07D249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B2BD0-2CF8-4B50-921A-0401319B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PERFIS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55953-A32C-4A61-BD41-0DBBF432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A mesma base visual, tres experiencias com permissoes diferentes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8A7B9-11D3-485D-96CA-DA8A2B11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cliente entende que a app nao mostra tudo a toda a gente.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BE65A-49E2-460F-972F-99EDE3E2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3238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4268B-C42F-4CBC-BBFA-E989302A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60673-B4CE-4D3A-BE69-FB71672E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95575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HQ / Administracao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3E8C8-ABF8-4C6C-8542-FA6EA70B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57525"/>
            <a:ext cx="28956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Acompanha indicadores, condominios, equipa, tarefas, pedidos e agenda. Decide, atribui e valida.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4E406-9907-421A-B231-942CE341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3238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63333-B84A-4AAD-A717-83D315A6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3DB2C-88F2-4B92-886E-68323398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95575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Funcionario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862CF-03A8-4878-998B-EDAC2F4F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57525"/>
            <a:ext cx="28956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 o que tem para executar: tarefas, pedidos e agenda. Atualiza progresso sem entrar em administracao.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96CD7-6C6C-484F-A476-0621BC73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3238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04A20-F7FD-4538-8414-0214ED5C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F"/>
          </a:solidFill>
          <a:ln xmlns:a="http://schemas.openxmlformats.org/drawingml/2006/main" w="0">
            <a:solidFill>
              <a:srgbClr val="D7A8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50B0E-4F66-4157-A928-D4DA7811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95575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Cliente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61B36-DC12-4464-8FC9-E3361058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57525"/>
            <a:ext cx="28956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Consulta pedidos e eventos relevantes. Recebe transparencia sem expor dados internos da operacao.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D3485-430F-477E-80DA-7DA8D775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70DF2-15BC-4F0E-A937-C2B84F4A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GESTISAC | pacote executivo-tecnico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5004D-4C10-40CB-9A83-07902C59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83409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278482-4058-4E2F-8007-A5A165E9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D00B0-F6B0-4947-AC8A-43B965BB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FLUXO DIARIO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D881D-CFDF-439F-BDFA-2EB1930D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Da prioridade do dia ao historico auditavel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33654-5BCC-4D91-B6A8-68194C8F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 valor esta em ligar cada acao a um responsavel, a um estado e a um contexto.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BF347-FC36-4615-94EA-4A76185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1571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A1A35-E66D-466C-B3B7-4F4C9AFB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E85E5-DE4A-491D-BA02-54C24B73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Entrar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D9E8C-0A4F-4107-99D7-D966E24C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21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sessao demo sem escrita manual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D7E3E-3AAB-47C8-A7FE-79DECDA5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86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1B834A-DF3F-42B9-8AF3-65E9AB9C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62250"/>
            <a:ext cx="1571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CEBBD-30BD-4984-BF9D-7EA9025A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14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8186D-7D74-4DEC-B2A2-28D93FA6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718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Priorizar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9E3B2-327A-4BA8-92A4-C77E6FD6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95700"/>
            <a:ext cx="121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Hoje mostra o que exige atencao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6BDF9-4D0D-4AFA-8A8F-B13DDDEB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86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15238-4B79-403C-8ACC-ABA8C938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62250"/>
            <a:ext cx="1571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33281-0205-4EB8-A9D4-3F42527E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14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27F40-7FB7-4364-B01C-7EDA972C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718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Atribuir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FB75F0-7BCF-4935-B6C6-60E02CCE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95700"/>
            <a:ext cx="121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pedido/tarefa ganha responsavel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88DB8-F4B2-4CE9-AE9C-1C7E1C53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86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25502-8721-44D7-8500-82A56692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62250"/>
            <a:ext cx="1571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DC0DC1-9701-4DEB-9F43-2971D3A3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088151-6405-4485-B012-9F68C2F0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718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Executar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CB8E0B-1DF4-4DCD-A11C-8B5F7C35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95700"/>
            <a:ext cx="121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funcionario atualiza progresso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DD4C3D-2F0F-43B3-BF9C-94FC1C32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86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86F2D8-88AD-47F8-9DF5-5F6380A2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62250"/>
            <a:ext cx="1571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1825B9-25FC-4203-98CE-96602902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14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522589-63E7-481F-8C7E-F1EF9445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718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Validar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111FD3-EF23-435B-9F46-F74E5A25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121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administracao confirma resultado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D939B3-F546-4AC9-A5BD-81211F4E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86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AD54AA-3676-4668-8FC1-709FDFF1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62250"/>
            <a:ext cx="1571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2F3183-473B-4E0B-9534-C59AD340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14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CB2420-3071-43D9-9C9D-9AF64A95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718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Registar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4CD9EE-1A00-41D6-9BB3-A58C4962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21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historico fica consultavel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914EE-4E0A-47A2-87AE-DC560434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Mensagem-chave: menos trabalho escondido, menos repeticao, mais controlo sobre o dia.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5CCCDF-BD4F-4280-B63A-CA1696A7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10BDA9-58AE-476D-8AE2-22EA40D3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GESTISAC | pacote executivo-tecnico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20E8F4-BDA1-4550-8F39-E01DBE45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319696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E76CA6-F5B6-4BB9-9B9C-6C13A8EA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138F6-4EFA-45C7-AF95-FBEC9540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20D68-EB24-4F69-AC25-B4DA67C2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As 6 janelas principais mostram a operacao completa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4F631-4B8C-40B4-9293-2BAAE227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demo deve seguir esta ordem para contar uma historia simples.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D119F-9E87-4A10-9B03-9EBD53A4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07163-D521-4491-94E1-97D8B2EB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14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Hoje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D7682-99FA-4F81-A939-18535030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2412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centro de comando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B00B6-C9F7-4DFC-8A9B-B28A8DC0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050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Implementado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5ACF6-7B72-4233-B7E0-98B0B97C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E07BF-03A8-4CF9-909C-D754448B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86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Condominios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69E51-C599-4F41-A9B0-DCF06710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9562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ficha operacional e relacoes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B8DC4-28C6-4248-B267-24CD5338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765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36B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36B00"/>
                </a:solidFill>
                <a:latin typeface="Aptos"/>
                <a:ea typeface="Aptos"/>
                <a:cs typeface="Aptos"/>
              </a:rPr>
              <a:t>Parcial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ECE2B-002F-4D98-A5A9-7530035F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436E2-B3CF-49D0-9CD4-985874C0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57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Equipa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BDFEA-B531-4B68-B22F-237FB26F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6712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carga e atribuicoes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26FEE-B817-4BE2-9910-B5BC6C1F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480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Implementado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5D928-AC72-471A-9AD7-58A0FA2C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DFE5FD-0C30-4D1B-BFB1-742851CE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29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Tarefas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B77C0-2D03-42F2-8E44-C995DF12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3862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vista composta do trabalho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4ABB20-D09A-41F7-BFA9-0B710419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195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Implementado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8443F4-6138-406B-82BA-71FDC223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21E731-0D1F-4C85-9C70-9D4A96CB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00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Pedidos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9A14CE-D681-4189-BD8B-9077CC9A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1012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ciclo de acompanhamento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7723A1-7EF5-479B-8A17-09484107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910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Implementado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E3B48-E856-465B-A18B-FEA4323A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7E1D35-BC2F-4C80-A721-1CEF32F8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72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Agenda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221698-D9C6-4BCC-B0AE-3AA8E8D4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38162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planeamento e eventos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65CDF2-B785-4219-A907-2D680A56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625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Implementado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0EE2AB-ABE6-4342-9CDC-1D3DF265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07405D-B970-4530-8662-FE78359C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GESTISAC | pacote executivo-tecnico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33356E-03E4-4255-BE51-560D0DDB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96706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B3FD15-108A-430C-B3BE-119ABDEF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D1416-403F-446E-8C77-54D1C0EE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REQUISITOS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D04EB-939F-4456-880F-D7B0827F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A matriz transforma a reuniao numa validacao concreta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42D80-8A29-40D6-9850-E9E63AAC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 objetivo e a cliente dizer o que fica, o que muda e o que falta.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1A989-C357-4234-BE66-16BD54B6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952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11430">
            <a:solidFill>
              <a:srgbClr val="0B25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3271D-344D-42CC-9996-8BE335DA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762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E898C-2692-49F4-A3C6-6DD15A40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4003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11430">
            <a:solidFill>
              <a:srgbClr val="0B25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8E85B-C672-415E-B814-8E52D7E6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336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44063-234A-470A-A40E-EFBCD5CE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003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11430">
            <a:solidFill>
              <a:srgbClr val="0B25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DF680-67EC-44A4-85D0-0B4FBAB3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5336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49678-F7C6-467B-9E11-D1A3A0B3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003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11430">
            <a:solidFill>
              <a:srgbClr val="0B25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DDBE9-39F4-47B4-B7C2-98FF6061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5336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Planeado / validar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D537A-4A4E-4EA2-8B96-DA7139CB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19DA6-4668-4E2F-8A5A-AE0A3E9B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1724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Acesso e perfis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3C59B-095E-4ADC-AF9F-DE68C6F7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9146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B3A84-7C6E-4A92-9AE3-80772DB5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06705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loginless demo, HQ/Worker/Client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2DA30-2AEB-40AA-8149-E75C2F29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9146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4AF9C-3075-476C-8AAA-444E6B52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6705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permissoes finas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A0EB1C-20F6-46B0-B049-747A21C6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146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5049A4-C0CE-4AB1-B07C-705E78C9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6705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matriz de autoridade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C79B5C-5612-47D3-A753-609B199D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E1DDF8-0B82-4D62-BA06-2357A864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71900"/>
            <a:ext cx="1724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Operacao diaria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2DFC5D-AA53-42E9-893B-5483B682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61950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BD0C63-FF19-49FC-B983-D5FB99DF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7190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Hoje, Tarefas, Pedidos, Agenda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47E9F4-58A1-46ED-B5A6-8978D834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61950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C9D501-9AAD-4D49-B526-8E47C3D4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77190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estados finais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361961-8734-4F7B-BDB2-05216598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61950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CC1CA9-C042-4A17-A7BA-E567EB0D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77190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SLA e notificacoes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FE9EBF-91B4-43E7-975E-8B6A5172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BFA59F-C460-43DF-8ECB-5F90B2D3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1724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Condominios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459EF0-058E-4188-9424-AC1CF06E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3243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42AC6E-DB65-4DD4-A82D-6569CC43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47675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lista e contexto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CA8C9E-B257-4978-974C-DC0CFF26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3243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C4E4A7-E74F-45D1-9582-770D95DF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47675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ficha completa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EB07CA-512A-495B-9EC4-C057223E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3243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B63890-CCD0-4C86-882D-4A50E4CB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7675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documentos oficiais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90235A-8C0C-47DB-A4AB-12A57C0B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4FFD68-E7DB-4C0E-8960-BE204CB9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81600"/>
            <a:ext cx="1724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Administrativo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DEA3A3-C60A-43D5-A516-D4C42E88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02920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34A8CC-F355-445B-9B43-9D44F23C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18160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base tecnica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24A713-8FCC-402E-8DF7-3D426836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02920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326B2D-7AA3-4AE5-881B-80B0AB71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18160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documentos/manutencao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CA418E-AF1C-4A62-9869-B2AB0BC8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02920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A639AE-3362-482B-A1A9-D3175844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18160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contabilidade e relatorios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DB556F-44FF-49D7-892F-1947D60A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7DD28B-50CE-4169-B204-B1A8E31F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GESTISAC | pacote executivo-tecnico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081D03-0DA2-4510-BA04-616C3617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43360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0C54A6-0993-4FF6-9EDD-1B69E23A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240D7-016F-45C0-AE06-358C3ACA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ARQUITETURA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1AD4D-DB00-4C96-90FF-51EE6181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Tecnologia escolhida para rapidez, seguranca e evolucao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810EF-5744-4DC8-A29A-BF3A1493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explicacao deve ser simples: app no browser, API robusta, dados estruturados e deploy controlado.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dfa906999418a"/>
          <a:stretch xmlns:a="http://schemas.openxmlformats.org/drawingml/2006/main"/>
        </p:blipFill>
        <p:spPr>
          <a:xfrm xmlns:a="http://schemas.openxmlformats.org/drawingml/2006/main">
            <a:off x="2413000" y="2095500"/>
            <a:ext cx="7366000" cy="4143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47DAE-1A97-4B32-A6AE-346DC5A0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59258-0833-4DF1-A281-C4531B6F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GESTISAC | pacote executivo-tecnico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695F3-6611-43E9-8DBE-25F46EA2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76941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3D7C51-ED71-48A9-B3CD-5C8155B4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3160C-A58B-4905-BBE3-E65E72B1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SEGURANCA E FIABILIDADE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8E409-08DD-4CA0-BD55-80E3747C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A demo e simples, mas a base tecnica respeita producao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11CB9-9E27-418B-8516-8DB796AB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Separar demonstracao sem friccao de seguranca real e essencial na conversa.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0D804-C4FC-4D3D-ABE3-41A34AC9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238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3A293-93AF-414E-8A81-8D028076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026DA-F87D-4B86-A141-9B68127D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Seguranca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B4BE8-D7BD-418E-8F4A-E8C26F54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2895600" cy="1781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Sem segredos no frontend. API centraliza regras. Perfis separam HQ, funcionario e cliente.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7519A-67E4-4F0E-B264-4A70815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B9E36-DBE7-48E6-9FF0-82DBC72B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A9D77-F24B-4D6B-91A0-4D368071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432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0284C-D1EF-4A3E-8E3A-4C1CB5D3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05150"/>
            <a:ext cx="2895600" cy="1781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PostgreSQL/Supabase guarda dados estruturados, relacionaveis e auditaveis.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B7CCB-76CA-4304-AF6C-2A7DA354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238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DCADF8-AFAE-4D17-9A4B-34648835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F"/>
          </a:solidFill>
          <a:ln xmlns:a="http://schemas.openxmlformats.org/drawingml/2006/main" w="0">
            <a:solidFill>
              <a:srgbClr val="D7A8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9FF05-776C-4336-B05C-FCEBEB5C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432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Operacao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E624D-C48D-454A-9485-6B5343E7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2895600" cy="1781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GitHub, Vercel, checks, smoke tests e warmup tornam deploy e validacao previsiveis.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3A43E-A886-4BEF-AA2C-FF7D0124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2F2B3E-D8FB-47EE-8D9A-DE5817FB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GESTISAC | pacote executivo-tecnico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BA496-D394-4984-8DCC-CBE64DD8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280612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721E63-2F90-4617-BC52-5EA33BB4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F6613-5FDC-4040-8B76-AC75BD8A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ESTADO ATUAL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47785-6284-45C1-AC32-71B83468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Separar feito, parcial e planeado evita promessas vagas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02711-ADAA-417D-A84F-B920DC17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Isto aumenta confianca: a cliente percebe exatamente onde esta o produto.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FDE9D-0C5B-42DB-8115-7EA9496E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73320-0824-4B02-99F3-29025D28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2E23D-A89F-481D-9F43-30CF8308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Feito / demonstravel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C2BAA-3CA1-4159-AC06-01AB8006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2724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loginless demo; HQ / Worker / Client; menu limpo; Hoje, Equipa, Tarefas, Pedidos e Agenda; API publicada e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710CB-D979-4C67-9FE2-D7CB3C3E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9555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FFA2A-11C3-4BE7-9C81-AF19DF46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955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B00"/>
          </a:solidFill>
          <a:ln xmlns:a="http://schemas.openxmlformats.org/drawingml/2006/main" w="0">
            <a:solidFill>
              <a:srgbClr val="B36B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6F63D-A893-49B5-9578-7BCD9C7F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Parcial / validar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001D2-DB66-4BD0-9179-CD9853CD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57550"/>
            <a:ext cx="2724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ficha profunda de condominios; documentos; estados finais; auditoria detalhada; permissoes finas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11706-760B-4566-8721-F39D04EB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B530D-B222-405B-B8D8-48F38946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BC15A-C4FA-4891-B28E-3FFA0606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Planeado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0FE46-A9BC-4127-9DE6-E6F40DC2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57550"/>
            <a:ext cx="2724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contabilidade completa; relatorios executivos; notificacoes; integracoes; importacao historica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998CF-CA07-478E-9F6B-6EF9C365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C17558-8099-45BA-B0C6-E4B53372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GESTISAC | pacote executivo-tecnico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843BF-8414-4AC6-B3AF-56A03610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60242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DBE939-64FA-4E8E-B2B1-FE2828BB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C6C23-092E-4D49-A145-B5ABCFB8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VALIDACAO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55381-099A-4D10-A3AC-097C9AF3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As melhores perguntas desbloqueiam o contrato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F1A27-9346-4B01-9345-51829681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matriz deve ser usada como instrumento de decisao, nao como anexo esquecido.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8D6EC-34B2-4409-96BA-6532A400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B7C6C-CFE8-45CE-BBE6-53E24D41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A0ACE-E406-409E-84B0-09A46D26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33650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Quem pode aprovar, atribuir e fechar pedidos?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F0E88-AC2F-4BB1-9A81-EDF18F95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08315-22B0-4F30-85EA-B619E8EC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480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5B5BB-06DC-47F5-8AEB-B2694AFD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67050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Quais sao os estados oficiais e SLA por tipo de pedido?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8F7F9-D184-4A6E-9457-7C481DDA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6710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50D5F-2EA8-471B-B4DA-A2738A6D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9D677-8DBE-4ED7-80B8-734EB9AB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00450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Que documentos sao obrigatorios e quem os pode ver?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1799A-239C-41ED-9196-606C898C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893A7-8A7F-4066-B179-8176D5BC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148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67ECC-A6EE-4A53-BCD1-6C91602B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33850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Que mapas financeiros e relatorios sao indispensaveis?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6FB6C-5593-4626-878D-CD1DCF72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3E49D-22DD-40CC-99BE-FCB619E0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482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856DF-025A-4927-BAB9-3578603F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Que notificacoes fazem sentido para clientes e equipa?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BCAA0-5E95-4A9A-8144-F67C87B9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6730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6013BE-233E-4432-AE66-0C9CEB7B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816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A66497-78EF-4682-81F2-7BFC765C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00650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Que dados historicos precisam de entrar no arranque?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CC5F2-E026-48FA-BF3A-CA923F82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2E3A1E-256B-400C-8D04-1CE7D571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GESTISAC | pacote executivo-tecnico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C3BFF8-DEDE-4CEF-BCBB-5ED29749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477750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FC78BB-8E4E-4C26-B173-AEB4E1A1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85F15-B698-4DE0-B304-3B27EBB3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PROXIMOS PASSOS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B30F9-17BC-4A49-B30C-901D9957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Fechar contrato com uma fase controlada e criterios claros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D96D9-2EDA-47E4-9E06-1CC0F2F4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proposta e transformar a demonstracao em piloto validado com dados e regras reais.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B96C1-9456-4D2F-818E-053B6557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219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9AF86-6799-46EB-9C21-8104CFE8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67050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DBBC7-4DC0-4F05-96E2-96A835FA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62350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Validar matriz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7BFF4-67D7-49D4-9161-0D98CFFA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433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decisoes da cliente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C5495-E35F-416A-B8F5-A038DC7D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247F9-B59A-48EE-88D5-4E41E3C8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57500"/>
            <a:ext cx="219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02414-46A5-4A0A-BFC3-B0214AB0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67050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8B1F5-7F04-4B24-A31B-C26D3625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62350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Fechar escopo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BBD55-641E-4826-935B-2BA41659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433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primeira fase contratual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02055-8487-4CF4-95AA-7A929185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195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D933B-ED11-411C-813C-7355E9F4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219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A05037-2401-4695-81E4-21D92532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67050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23076-A083-47AC-8055-48CCDC4D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62350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Piloto real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608365-455A-461C-9173-906A71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433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condominios e equipa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332CD5-725F-4B84-AF5B-FBE4B0D7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195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88C845-6736-411F-9565-94F5FE1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219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FEF64-B22F-44CD-ACBF-186A948D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67050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7A84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02EE99-1B74-4CFC-8F41-4A9135C4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62350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Go-live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8074E4-03DD-4E91-B348-30FFBD4D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433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checks e aceitacao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4302D2-3D4D-4EC3-AA41-145BF90C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Fecho sugerido: aprovar piloto, confirmar requisitos obrigatorios e marcar arranque tecnico-operacional.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6FDCB6-279A-4B23-8E27-22E49FA1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6E4DE6-B320-4DE2-BD7A-5FB8B9E6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GESTISAC | pacote executivo-tecnico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B4788A-1C0D-455B-A33B-A26ACBE2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089607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2026-06-10T10:07:15.1490000Z</dcterms:created>
  <dcterms:modified xsi:type="dcterms:W3CDTF">2026-06-10T10:07:15.1490000Z</dcterms:modified>
</coreProperties>
</file>